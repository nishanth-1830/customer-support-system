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lex Brush" panose="020B0604020202020204" charset="0"/>
      <p:regular r:id="rId17"/>
    </p:embeddedFont>
    <p:embeddedFont>
      <p:font typeface="Bodoni MT Black" panose="02070A03080606020203" pitchFamily="18" charset="0"/>
      <p:bold r:id="rId18"/>
      <p:boldItalic r:id="rId19"/>
    </p:embeddedFont>
    <p:embeddedFont>
      <p:font typeface="Body Text Large" panose="020B0604020202020204" charset="0"/>
      <p:regular r:id="rId20"/>
    </p:embeddedFont>
    <p:embeddedFont>
      <p:font typeface="Body Text Large Bold" panose="020B0604020202020204" charset="0"/>
      <p:regular r:id="rId21"/>
    </p:embeddedFont>
    <p:embeddedFont>
      <p:font typeface="Body Text Large Bold Italics" panose="020B0604020202020204" charset="0"/>
      <p:regular r:id="rId22"/>
    </p:embeddedFont>
    <p:embeddedFont>
      <p:font typeface="Montserrat" panose="00000500000000000000" pitchFamily="2" charset="0"/>
      <p:regular r:id="rId23"/>
    </p:embeddedFont>
    <p:embeddedFont>
      <p:font typeface="Montserrat Bold" panose="020B0604020202020204" charset="0"/>
      <p:regular r:id="rId24"/>
    </p:embeddedFont>
    <p:embeddedFont>
      <p:font typeface="Montserrat Light" panose="00000400000000000000" pitchFamily="2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hanth Reddy" userId="c2761e81e76cdb85" providerId="LiveId" clId="{A45E1615-C03E-48E6-B3D8-6F8EAF1E2A25}"/>
    <pc:docChg chg="undo custSel modSld">
      <pc:chgData name="Nishanth Reddy" userId="c2761e81e76cdb85" providerId="LiveId" clId="{A45E1615-C03E-48E6-B3D8-6F8EAF1E2A25}" dt="2026-04-20T09:14:43.329" v="51" actId="1076"/>
      <pc:docMkLst>
        <pc:docMk/>
      </pc:docMkLst>
      <pc:sldChg chg="modSp mod">
        <pc:chgData name="Nishanth Reddy" userId="c2761e81e76cdb85" providerId="LiveId" clId="{A45E1615-C03E-48E6-B3D8-6F8EAF1E2A25}" dt="2026-04-20T09:08:41.010" v="2" actId="13926"/>
        <pc:sldMkLst>
          <pc:docMk/>
          <pc:sldMk cId="0" sldId="262"/>
        </pc:sldMkLst>
        <pc:spChg chg="mod">
          <ac:chgData name="Nishanth Reddy" userId="c2761e81e76cdb85" providerId="LiveId" clId="{A45E1615-C03E-48E6-B3D8-6F8EAF1E2A25}" dt="2026-04-20T09:08:41.010" v="2" actId="13926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Nishanth Reddy" userId="c2761e81e76cdb85" providerId="LiveId" clId="{A45E1615-C03E-48E6-B3D8-6F8EAF1E2A25}" dt="2026-04-20T09:08:48.677" v="3" actId="20577"/>
        <pc:sldMkLst>
          <pc:docMk/>
          <pc:sldMk cId="0" sldId="263"/>
        </pc:sldMkLst>
        <pc:spChg chg="mod">
          <ac:chgData name="Nishanth Reddy" userId="c2761e81e76cdb85" providerId="LiveId" clId="{A45E1615-C03E-48E6-B3D8-6F8EAF1E2A25}" dt="2026-04-20T09:08:48.677" v="3" actId="20577"/>
          <ac:spMkLst>
            <pc:docMk/>
            <pc:sldMk cId="0" sldId="263"/>
            <ac:spMk id="7" creationId="{00000000-0000-0000-0000-000000000000}"/>
          </ac:spMkLst>
        </pc:spChg>
      </pc:sldChg>
      <pc:sldChg chg="modSp mod">
        <pc:chgData name="Nishanth Reddy" userId="c2761e81e76cdb85" providerId="LiveId" clId="{A45E1615-C03E-48E6-B3D8-6F8EAF1E2A25}" dt="2026-04-20T09:09:08.435" v="7" actId="20577"/>
        <pc:sldMkLst>
          <pc:docMk/>
          <pc:sldMk cId="0" sldId="264"/>
        </pc:sldMkLst>
        <pc:spChg chg="mod">
          <ac:chgData name="Nishanth Reddy" userId="c2761e81e76cdb85" providerId="LiveId" clId="{A45E1615-C03E-48E6-B3D8-6F8EAF1E2A25}" dt="2026-04-20T09:09:08.435" v="7" actId="20577"/>
          <ac:spMkLst>
            <pc:docMk/>
            <pc:sldMk cId="0" sldId="264"/>
            <ac:spMk id="6" creationId="{00000000-0000-0000-0000-000000000000}"/>
          </ac:spMkLst>
        </pc:spChg>
      </pc:sldChg>
      <pc:sldChg chg="modSp mod">
        <pc:chgData name="Nishanth Reddy" userId="c2761e81e76cdb85" providerId="LiveId" clId="{A45E1615-C03E-48E6-B3D8-6F8EAF1E2A25}" dt="2026-04-20T09:09:41.582" v="11" actId="20577"/>
        <pc:sldMkLst>
          <pc:docMk/>
          <pc:sldMk cId="0" sldId="267"/>
        </pc:sldMkLst>
        <pc:spChg chg="mod">
          <ac:chgData name="Nishanth Reddy" userId="c2761e81e76cdb85" providerId="LiveId" clId="{A45E1615-C03E-48E6-B3D8-6F8EAF1E2A25}" dt="2026-04-20T09:09:36.780" v="10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Nishanth Reddy" userId="c2761e81e76cdb85" providerId="LiveId" clId="{A45E1615-C03E-48E6-B3D8-6F8EAF1E2A25}" dt="2026-04-20T09:09:41.582" v="11" actId="20577"/>
          <ac:spMkLst>
            <pc:docMk/>
            <pc:sldMk cId="0" sldId="267"/>
            <ac:spMk id="5" creationId="{00000000-0000-0000-0000-000000000000}"/>
          </ac:spMkLst>
        </pc:spChg>
      </pc:sldChg>
      <pc:sldChg chg="modSp mod">
        <pc:chgData name="Nishanth Reddy" userId="c2761e81e76cdb85" providerId="LiveId" clId="{A45E1615-C03E-48E6-B3D8-6F8EAF1E2A25}" dt="2026-04-20T09:14:06.993" v="45" actId="2711"/>
        <pc:sldMkLst>
          <pc:docMk/>
          <pc:sldMk cId="0" sldId="268"/>
        </pc:sldMkLst>
        <pc:spChg chg="mod">
          <ac:chgData name="Nishanth Reddy" userId="c2761e81e76cdb85" providerId="LiveId" clId="{A45E1615-C03E-48E6-B3D8-6F8EAF1E2A25}" dt="2026-04-20T09:12:58.111" v="41" actId="14100"/>
          <ac:spMkLst>
            <pc:docMk/>
            <pc:sldMk cId="0" sldId="268"/>
            <ac:spMk id="2" creationId="{00000000-0000-0000-0000-000000000000}"/>
          </ac:spMkLst>
        </pc:spChg>
        <pc:spChg chg="mod">
          <ac:chgData name="Nishanth Reddy" userId="c2761e81e76cdb85" providerId="LiveId" clId="{A45E1615-C03E-48E6-B3D8-6F8EAF1E2A25}" dt="2026-04-20T09:13:02.034" v="42" actId="1076"/>
          <ac:spMkLst>
            <pc:docMk/>
            <pc:sldMk cId="0" sldId="268"/>
            <ac:spMk id="5" creationId="{00000000-0000-0000-0000-000000000000}"/>
          </ac:spMkLst>
        </pc:spChg>
        <pc:spChg chg="mod">
          <ac:chgData name="Nishanth Reddy" userId="c2761e81e76cdb85" providerId="LiveId" clId="{A45E1615-C03E-48E6-B3D8-6F8EAF1E2A25}" dt="2026-04-20T09:14:06.993" v="45" actId="2711"/>
          <ac:spMkLst>
            <pc:docMk/>
            <pc:sldMk cId="0" sldId="268"/>
            <ac:spMk id="6" creationId="{00000000-0000-0000-0000-000000000000}"/>
          </ac:spMkLst>
        </pc:spChg>
        <pc:spChg chg="mod">
          <ac:chgData name="Nishanth Reddy" userId="c2761e81e76cdb85" providerId="LiveId" clId="{A45E1615-C03E-48E6-B3D8-6F8EAF1E2A25}" dt="2026-04-20T09:13:11.970" v="43" actId="14100"/>
          <ac:spMkLst>
            <pc:docMk/>
            <pc:sldMk cId="0" sldId="268"/>
            <ac:spMk id="7" creationId="{00000000-0000-0000-0000-000000000000}"/>
          </ac:spMkLst>
        </pc:spChg>
      </pc:sldChg>
      <pc:sldChg chg="modSp mod">
        <pc:chgData name="Nishanth Reddy" userId="c2761e81e76cdb85" providerId="LiveId" clId="{A45E1615-C03E-48E6-B3D8-6F8EAF1E2A25}" dt="2026-04-20T09:14:43.329" v="51" actId="1076"/>
        <pc:sldMkLst>
          <pc:docMk/>
          <pc:sldMk cId="0" sldId="269"/>
        </pc:sldMkLst>
        <pc:spChg chg="mod">
          <ac:chgData name="Nishanth Reddy" userId="c2761e81e76cdb85" providerId="LiveId" clId="{A45E1615-C03E-48E6-B3D8-6F8EAF1E2A25}" dt="2026-04-20T09:14:43.329" v="51" actId="1076"/>
          <ac:spMkLst>
            <pc:docMk/>
            <pc:sldMk cId="0" sldId="269"/>
            <ac:spMk id="2" creationId="{00000000-0000-0000-0000-000000000000}"/>
          </ac:spMkLst>
        </pc:spChg>
        <pc:spChg chg="mod">
          <ac:chgData name="Nishanth Reddy" userId="c2761e81e76cdb85" providerId="LiveId" clId="{A45E1615-C03E-48E6-B3D8-6F8EAF1E2A25}" dt="2026-04-20T09:14:27.865" v="48" actId="14100"/>
          <ac:spMkLst>
            <pc:docMk/>
            <pc:sldMk cId="0" sldId="269"/>
            <ac:spMk id="7" creationId="{00000000-0000-0000-0000-000000000000}"/>
          </ac:spMkLst>
        </pc:spChg>
        <pc:spChg chg="mod">
          <ac:chgData name="Nishanth Reddy" userId="c2761e81e76cdb85" providerId="LiveId" clId="{A45E1615-C03E-48E6-B3D8-6F8EAF1E2A25}" dt="2026-04-20T09:14:14.907" v="46" actId="20577"/>
          <ac:spMkLst>
            <pc:docMk/>
            <pc:sldMk cId="0" sldId="269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634" r="-16972"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2943053" y="949662"/>
            <a:ext cx="12851462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350054" y="8618312"/>
            <a:ext cx="12208754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3737115" y="187706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93916" y="1821199"/>
            <a:ext cx="10048722" cy="2650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16"/>
              </a:lnSpc>
            </a:pPr>
            <a:r>
              <a:rPr lang="en-US" sz="9641" b="1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Project Presentation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54008" y="4386124"/>
            <a:ext cx="4904800" cy="342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7"/>
              </a:lnSpc>
            </a:pPr>
            <a:r>
              <a:rPr lang="en-US" sz="480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PRESENTED BY</a:t>
            </a:r>
          </a:p>
          <a:p>
            <a:pPr algn="l">
              <a:lnSpc>
                <a:spcPts val="7007"/>
              </a:lnSpc>
            </a:pPr>
            <a:r>
              <a:rPr lang="en-US" sz="500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R.RAJESH</a:t>
            </a:r>
          </a:p>
          <a:p>
            <a:pPr algn="l">
              <a:lnSpc>
                <a:spcPts val="7007"/>
              </a:lnSpc>
            </a:pPr>
            <a:r>
              <a:rPr lang="en-US" sz="500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K.NISHANTH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634" r="-16972"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3540677" y="648093"/>
            <a:ext cx="12851462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350054" y="9554389"/>
            <a:ext cx="12208754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3123949" y="3069837"/>
            <a:ext cx="4735552" cy="4735552"/>
          </a:xfrm>
          <a:custGeom>
            <a:avLst/>
            <a:gdLst/>
            <a:ahLst/>
            <a:cxnLst/>
            <a:rect l="l" t="t" r="r" b="b"/>
            <a:pathLst>
              <a:path w="4735552" h="4735552">
                <a:moveTo>
                  <a:pt x="0" y="0"/>
                </a:moveTo>
                <a:lnTo>
                  <a:pt x="4735552" y="0"/>
                </a:lnTo>
                <a:lnTo>
                  <a:pt x="4735552" y="4735552"/>
                </a:lnTo>
                <a:lnTo>
                  <a:pt x="0" y="4735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2109576"/>
            <a:ext cx="11222557" cy="536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39"/>
              </a:lnSpc>
            </a:pPr>
            <a:r>
              <a:rPr lang="en-US" sz="12000" b="1" i="1" u="sng">
                <a:solidFill>
                  <a:srgbClr val="FFFFFF"/>
                </a:solidFill>
                <a:latin typeface="Body Text Large Bold Italics"/>
                <a:ea typeface="Body Text Large Bold Italics"/>
                <a:cs typeface="Body Text Large Bold Italics"/>
                <a:sym typeface="Body Text Large Bold Italics"/>
              </a:rPr>
              <a:t>customer support system</a:t>
            </a:r>
            <a:r>
              <a:rPr lang="en-US" sz="12000" b="1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634" r="-16972"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4745710" y="594458"/>
            <a:ext cx="1285146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667002" y="9586547"/>
            <a:ext cx="1220875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340616" y="1057275"/>
            <a:ext cx="10842650" cy="1427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32"/>
              </a:lnSpc>
            </a:pPr>
            <a:r>
              <a:rPr lang="en-US" sz="9600" b="1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introduction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0616" y="2817876"/>
            <a:ext cx="17256556" cy="5050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Customer Support Ticket Management System is a simple console-based application developed using the C programming language. It is designed to help organizations manage customer issues efficiently by creating, tracking, searching, and updating support tickets.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634" r="-16972"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3407454" y="433976"/>
            <a:ext cx="1285146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405628" y="9848850"/>
            <a:ext cx="1220875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3144500" y="374172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05628" y="670115"/>
            <a:ext cx="9660216" cy="1309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295"/>
              </a:lnSpc>
            </a:pPr>
            <a:r>
              <a:rPr lang="en-US" sz="8799" b="1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objective        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5685" y="1296591"/>
            <a:ext cx="12318697" cy="7961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5"/>
              </a:lnSpc>
            </a:pPr>
            <a:endParaRPr/>
          </a:p>
          <a:p>
            <a:pPr marL="981672" lvl="1" indent="-490836" algn="l">
              <a:lnSpc>
                <a:spcPts val="6365"/>
              </a:lnSpc>
              <a:buFont typeface="Arial"/>
              <a:buChar char="•"/>
            </a:pPr>
            <a:r>
              <a:rPr lang="en-US" sz="4546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main objective of this project is to:</a:t>
            </a:r>
          </a:p>
          <a:p>
            <a:pPr marL="981672" lvl="1" indent="-490836" algn="l">
              <a:lnSpc>
                <a:spcPts val="6365"/>
              </a:lnSpc>
              <a:buFont typeface="Arial"/>
              <a:buChar char="•"/>
            </a:pPr>
            <a:r>
              <a:rPr lang="en-US" sz="4546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Maintain customer complaints in an organized manner</a:t>
            </a:r>
          </a:p>
          <a:p>
            <a:pPr marL="981672" lvl="1" indent="-490836" algn="l">
              <a:lnSpc>
                <a:spcPts val="6365"/>
              </a:lnSpc>
              <a:buFont typeface="Arial"/>
              <a:buChar char="•"/>
            </a:pPr>
            <a:r>
              <a:rPr lang="en-US" sz="4546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Provide quick access to ticket details</a:t>
            </a:r>
          </a:p>
          <a:p>
            <a:pPr marL="981672" lvl="1" indent="-490836" algn="l">
              <a:lnSpc>
                <a:spcPts val="6365"/>
              </a:lnSpc>
              <a:buFont typeface="Arial"/>
              <a:buChar char="•"/>
            </a:pPr>
            <a:r>
              <a:rPr lang="en-US" sz="4546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Track the status of issues (Open, In Progress, Closed)</a:t>
            </a:r>
          </a:p>
          <a:p>
            <a:pPr marL="981672" lvl="1" indent="-490836" algn="l">
              <a:lnSpc>
                <a:spcPts val="6365"/>
              </a:lnSpc>
              <a:buFont typeface="Arial"/>
              <a:buChar char="•"/>
            </a:pPr>
            <a:r>
              <a:rPr lang="en-US" sz="4546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Improve efficiency in handling customer support requests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634" r="-16972"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5030912" y="1009650"/>
            <a:ext cx="1285146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446688" y="9665393"/>
            <a:ext cx="1220875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028700" y="2048857"/>
            <a:ext cx="16367737" cy="695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99"/>
              </a:lnSpc>
            </a:pPr>
            <a:endParaRPr/>
          </a:p>
          <a:p>
            <a:pPr algn="just">
              <a:lnSpc>
                <a:spcPts val="4899"/>
              </a:lnSpc>
            </a:pPr>
            <a:r>
              <a:rPr lang="en-US" sz="3499" b="1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1.Create Ticket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n-US" sz="32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Allows the user to enter ticket ID, customer name, and issue description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n-US" sz="32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Automatically sets the ticket status to Open</a:t>
            </a:r>
          </a:p>
          <a:p>
            <a:pPr algn="just">
              <a:lnSpc>
                <a:spcPts val="4759"/>
              </a:lnSpc>
            </a:pPr>
            <a:r>
              <a:rPr lang="en-US" sz="3399" b="1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2.View Tickets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n-US" sz="32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Displays all stored tickets with complete details</a:t>
            </a:r>
          </a:p>
          <a:p>
            <a:pPr algn="just">
              <a:lnSpc>
                <a:spcPts val="4759"/>
              </a:lnSpc>
            </a:pPr>
            <a:r>
              <a:rPr lang="en-US" sz="3399" b="1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3.Search Ticket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*</a:t>
            </a:r>
            <a:r>
              <a:rPr lang="en-US" sz="32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Searches for a specific ticket using Ticket ID</a:t>
            </a:r>
          </a:p>
          <a:p>
            <a:pPr algn="just">
              <a:lnSpc>
                <a:spcPts val="4480"/>
              </a:lnSpc>
            </a:pPr>
            <a:r>
              <a:rPr lang="en-US" sz="3200" b="1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4.Update Status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n-US" sz="32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Updates ticket status (Open / In Progress / Closed)</a:t>
            </a:r>
          </a:p>
          <a:p>
            <a:pPr algn="just">
              <a:lnSpc>
                <a:spcPts val="4759"/>
              </a:lnSpc>
            </a:pPr>
            <a:r>
              <a:rPr lang="en-US" sz="3399" b="1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5.Exit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n-US" sz="32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Terminates the program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1179969"/>
            <a:ext cx="16367737" cy="853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7"/>
              </a:lnSpc>
              <a:spcBef>
                <a:spcPct val="0"/>
              </a:spcBef>
            </a:pPr>
            <a:r>
              <a:rPr lang="en-US" sz="5005" b="1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FEATURES OF THE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634" r="-16972"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5174628" y="972471"/>
            <a:ext cx="1285146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469550" y="9644862"/>
            <a:ext cx="1220875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2450778" y="2201196"/>
            <a:ext cx="5186554" cy="5186554"/>
          </a:xfrm>
          <a:custGeom>
            <a:avLst/>
            <a:gdLst/>
            <a:ahLst/>
            <a:cxnLst/>
            <a:rect l="l" t="t" r="r" b="b"/>
            <a:pathLst>
              <a:path w="5186554" h="5186554">
                <a:moveTo>
                  <a:pt x="0" y="0"/>
                </a:moveTo>
                <a:lnTo>
                  <a:pt x="5186554" y="0"/>
                </a:lnTo>
                <a:lnTo>
                  <a:pt x="5186554" y="5186553"/>
                </a:lnTo>
                <a:lnTo>
                  <a:pt x="0" y="51865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69550" y="1057275"/>
            <a:ext cx="10243279" cy="2364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8000" b="1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Data Structure Used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9550" y="3430905"/>
            <a:ext cx="15879042" cy="4959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6780" lvl="1" indent="-453390" algn="l">
              <a:lnSpc>
                <a:spcPts val="4914"/>
              </a:lnSpc>
              <a:buFont typeface="Arial"/>
              <a:buChar char="•"/>
            </a:pPr>
            <a:r>
              <a:rPr lang="en-US" sz="4200" b="1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A structure (struct Ticket) is used to store ticket details:</a:t>
            </a:r>
          </a:p>
          <a:p>
            <a:pPr algn="just">
              <a:lnSpc>
                <a:spcPts val="4914"/>
              </a:lnSpc>
            </a:pPr>
            <a:r>
              <a:rPr lang="en-US" sz="420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     *</a:t>
            </a:r>
            <a:r>
              <a:rPr lang="en-US" sz="4200" b="1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Ticket ID</a:t>
            </a:r>
          </a:p>
          <a:p>
            <a:pPr algn="just">
              <a:lnSpc>
                <a:spcPts val="4914"/>
              </a:lnSpc>
            </a:pPr>
            <a:r>
              <a:rPr lang="en-US" sz="420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     *</a:t>
            </a:r>
            <a:r>
              <a:rPr lang="en-US" sz="4200" b="1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Customer Name</a:t>
            </a:r>
          </a:p>
          <a:p>
            <a:pPr algn="just">
              <a:lnSpc>
                <a:spcPts val="4914"/>
              </a:lnSpc>
            </a:pPr>
            <a:r>
              <a:rPr lang="en-US" sz="420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     *</a:t>
            </a:r>
            <a:r>
              <a:rPr lang="en-US" sz="4200" b="1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Issue Description</a:t>
            </a:r>
          </a:p>
          <a:p>
            <a:pPr algn="just">
              <a:lnSpc>
                <a:spcPts val="4914"/>
              </a:lnSpc>
            </a:pPr>
            <a:r>
              <a:rPr lang="en-US" sz="420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     *</a:t>
            </a:r>
            <a:r>
              <a:rPr lang="en-US" sz="4200" b="1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Status</a:t>
            </a:r>
          </a:p>
          <a:p>
            <a:pPr marL="906780" lvl="1" indent="-453390" algn="l">
              <a:lnSpc>
                <a:spcPts val="4914"/>
              </a:lnSpc>
              <a:buFont typeface="Arial"/>
              <a:buChar char="•"/>
            </a:pPr>
            <a:r>
              <a:rPr lang="en-US" sz="4200" b="1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An array of structures is used to store multiple tickets.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634" r="-16972"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4755425" y="840707"/>
            <a:ext cx="1285146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272469" y="9277350"/>
            <a:ext cx="1220875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2481223" y="2164682"/>
            <a:ext cx="5125664" cy="5125664"/>
          </a:xfrm>
          <a:custGeom>
            <a:avLst/>
            <a:gdLst/>
            <a:ahLst/>
            <a:cxnLst/>
            <a:rect l="l" t="t" r="r" b="b"/>
            <a:pathLst>
              <a:path w="5125664" h="5125664">
                <a:moveTo>
                  <a:pt x="0" y="0"/>
                </a:moveTo>
                <a:lnTo>
                  <a:pt x="5125664" y="0"/>
                </a:lnTo>
                <a:lnTo>
                  <a:pt x="5125664" y="5125665"/>
                </a:lnTo>
                <a:lnTo>
                  <a:pt x="0" y="51256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76226" y="1047750"/>
            <a:ext cx="8315424" cy="131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79"/>
              </a:lnSpc>
              <a:spcBef>
                <a:spcPct val="0"/>
              </a:spcBef>
            </a:pPr>
            <a:r>
              <a:rPr lang="en-US" sz="8700" b="1" u="sng" dirty="0" err="1">
                <a:solidFill>
                  <a:srgbClr val="F9F6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Advantags</a:t>
            </a:r>
            <a:endParaRPr lang="en-US" sz="8700" b="1" u="sng" dirty="0">
              <a:solidFill>
                <a:srgbClr val="F9F6FF"/>
              </a:solidFill>
              <a:latin typeface="Body Text Large Bold"/>
              <a:ea typeface="Body Text Large Bold"/>
              <a:cs typeface="Body Text Large Bold"/>
              <a:sym typeface="Body Text Larg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39371" y="3698371"/>
            <a:ext cx="11941852" cy="422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33028" lvl="1" indent="-616514" algn="l">
              <a:lnSpc>
                <a:spcPts val="6681"/>
              </a:lnSpc>
              <a:buFont typeface="Arial"/>
              <a:buChar char="•"/>
            </a:pPr>
            <a:r>
              <a:rPr lang="en-US" sz="5711">
                <a:solidFill>
                  <a:srgbClr val="F9F6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Simple and easy to use</a:t>
            </a:r>
          </a:p>
          <a:p>
            <a:pPr marL="1233028" lvl="1" indent="-616514" algn="l">
              <a:lnSpc>
                <a:spcPts val="6681"/>
              </a:lnSpc>
              <a:buFont typeface="Arial"/>
              <a:buChar char="•"/>
            </a:pPr>
            <a:r>
              <a:rPr lang="en-US" sz="5711">
                <a:solidFill>
                  <a:srgbClr val="F9F6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Efficient ticket tracking</a:t>
            </a:r>
          </a:p>
          <a:p>
            <a:pPr marL="1233028" lvl="1" indent="-616514" algn="l">
              <a:lnSpc>
                <a:spcPts val="6681"/>
              </a:lnSpc>
              <a:buFont typeface="Arial"/>
              <a:buChar char="•"/>
            </a:pPr>
            <a:r>
              <a:rPr lang="en-US" sz="5711">
                <a:solidFill>
                  <a:srgbClr val="F9F6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Organized data storage</a:t>
            </a:r>
          </a:p>
          <a:p>
            <a:pPr marL="1233028" lvl="1" indent="-616514" algn="l">
              <a:lnSpc>
                <a:spcPts val="6681"/>
              </a:lnSpc>
              <a:buFont typeface="Arial"/>
              <a:buChar char="•"/>
            </a:pPr>
            <a:r>
              <a:rPr lang="en-US" sz="5711">
                <a:solidFill>
                  <a:srgbClr val="F9F6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Helps in better customer service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634" r="-1697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150164" y="8402094"/>
            <a:ext cx="3787782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www.reallygreatsite.com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4086485" y="1009650"/>
            <a:ext cx="1285146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528813" y="9277350"/>
            <a:ext cx="1220875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3657173" y="3013941"/>
            <a:ext cx="3602127" cy="3602127"/>
          </a:xfrm>
          <a:custGeom>
            <a:avLst/>
            <a:gdLst/>
            <a:ahLst/>
            <a:cxnLst/>
            <a:rect l="l" t="t" r="r" b="b"/>
            <a:pathLst>
              <a:path w="3602127" h="3602127">
                <a:moveTo>
                  <a:pt x="0" y="0"/>
                </a:moveTo>
                <a:lnTo>
                  <a:pt x="3602127" y="0"/>
                </a:lnTo>
                <a:lnTo>
                  <a:pt x="3602127" y="3602127"/>
                </a:lnTo>
                <a:lnTo>
                  <a:pt x="0" y="36021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28813" y="1704063"/>
            <a:ext cx="7969548" cy="132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5"/>
              </a:lnSpc>
              <a:spcBef>
                <a:spcPct val="0"/>
              </a:spcBef>
            </a:pPr>
            <a:r>
              <a:rPr lang="en-US" sz="8799" b="1" dirty="0" err="1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Limitatios</a:t>
            </a:r>
            <a:endParaRPr lang="en-US" sz="8799" b="1" dirty="0">
              <a:solidFill>
                <a:srgbClr val="FFFFFF"/>
              </a:solidFill>
              <a:latin typeface="Body Text Large Bold"/>
              <a:ea typeface="Body Text Large Bold"/>
              <a:cs typeface="Body Text Large Bold"/>
              <a:sym typeface="Body Text Large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6216" y="3671166"/>
            <a:ext cx="12621351" cy="4155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09041" lvl="1" indent="-604520" algn="l">
              <a:lnSpc>
                <a:spcPts val="6552"/>
              </a:lnSpc>
              <a:buFont typeface="Arial"/>
              <a:buChar char="•"/>
            </a:pPr>
            <a:r>
              <a:rPr lang="en-US" sz="560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Stores data temporarily (no file/database storage)</a:t>
            </a:r>
          </a:p>
          <a:p>
            <a:pPr marL="1209041" lvl="1" indent="-604520" algn="l">
              <a:lnSpc>
                <a:spcPts val="6552"/>
              </a:lnSpc>
              <a:buFont typeface="Arial"/>
              <a:buChar char="•"/>
            </a:pPr>
            <a:r>
              <a:rPr lang="en-US" sz="560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Limited number of tickets (MAX = 100)</a:t>
            </a:r>
          </a:p>
          <a:p>
            <a:pPr marL="1209041" lvl="1" indent="-604520" algn="l">
              <a:lnSpc>
                <a:spcPts val="6552"/>
              </a:lnSpc>
              <a:buFont typeface="Arial"/>
              <a:buChar char="•"/>
            </a:pPr>
            <a:r>
              <a:rPr lang="en-US" sz="560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No user authentication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634" r="-16972"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4086485" y="651529"/>
            <a:ext cx="12851462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662804" y="9272588"/>
            <a:ext cx="12208754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3150164" y="1675904"/>
            <a:ext cx="4735552" cy="4735552"/>
          </a:xfrm>
          <a:custGeom>
            <a:avLst/>
            <a:gdLst/>
            <a:ahLst/>
            <a:cxnLst/>
            <a:rect l="l" t="t" r="r" b="b"/>
            <a:pathLst>
              <a:path w="4735552" h="4735552">
                <a:moveTo>
                  <a:pt x="0" y="0"/>
                </a:moveTo>
                <a:lnTo>
                  <a:pt x="4735552" y="0"/>
                </a:lnTo>
                <a:lnTo>
                  <a:pt x="4735552" y="4735552"/>
                </a:lnTo>
                <a:lnTo>
                  <a:pt x="0" y="4735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057275"/>
            <a:ext cx="9498693" cy="241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8000" b="1" dirty="0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Program starts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345180"/>
            <a:ext cx="10663041" cy="5431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--- Customer Support System ---</a:t>
            </a:r>
          </a:p>
          <a:p>
            <a:pPr algn="l">
              <a:lnSpc>
                <a:spcPts val="6160"/>
              </a:lnSpc>
            </a:pPr>
            <a:r>
              <a:rPr lang="en-US" sz="44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1. Create Ticket</a:t>
            </a:r>
          </a:p>
          <a:p>
            <a:pPr algn="l">
              <a:lnSpc>
                <a:spcPts val="6160"/>
              </a:lnSpc>
            </a:pPr>
            <a:r>
              <a:rPr lang="en-US" sz="44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2. View Tickets</a:t>
            </a:r>
          </a:p>
          <a:p>
            <a:pPr algn="l">
              <a:lnSpc>
                <a:spcPts val="6160"/>
              </a:lnSpc>
            </a:pPr>
            <a:r>
              <a:rPr lang="en-US" sz="44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3. Search Ticket</a:t>
            </a:r>
          </a:p>
          <a:p>
            <a:pPr algn="l">
              <a:lnSpc>
                <a:spcPts val="6160"/>
              </a:lnSpc>
            </a:pPr>
            <a:r>
              <a:rPr lang="en-US" sz="44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4. Update Status</a:t>
            </a:r>
          </a:p>
          <a:p>
            <a:pPr algn="l">
              <a:lnSpc>
                <a:spcPts val="6160"/>
              </a:lnSpc>
            </a:pPr>
            <a:r>
              <a:rPr lang="en-US" sz="44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5. Exit</a:t>
            </a:r>
          </a:p>
          <a:p>
            <a:pPr algn="l">
              <a:lnSpc>
                <a:spcPts val="6160"/>
              </a:lnSpc>
            </a:pPr>
            <a:r>
              <a:rPr lang="en-US" sz="44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Enter choice: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634" r="-16972"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4407838" y="1009650"/>
            <a:ext cx="1285146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941410" y="9277350"/>
            <a:ext cx="1220875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3606009" y="344718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-1649346" y="1441201"/>
            <a:ext cx="13830376" cy="1202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477"/>
              </a:lnSpc>
            </a:pPr>
            <a:r>
              <a:rPr lang="en-US" sz="8100" b="1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Creating a Ticket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07" y="3555131"/>
            <a:ext cx="12442976" cy="4277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14719" lvl="1" indent="-657359" algn="l">
              <a:lnSpc>
                <a:spcPts val="8525"/>
              </a:lnSpc>
              <a:buFont typeface="Arial"/>
              <a:buChar char="•"/>
            </a:pPr>
            <a:r>
              <a:rPr lang="en-US" sz="608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Enter Ticket ID: 101</a:t>
            </a:r>
          </a:p>
          <a:p>
            <a:pPr marL="1314719" lvl="1" indent="-657359" algn="l">
              <a:lnSpc>
                <a:spcPts val="8525"/>
              </a:lnSpc>
              <a:buFont typeface="Arial"/>
              <a:buChar char="•"/>
            </a:pPr>
            <a:r>
              <a:rPr lang="en-US" sz="608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Enter Customer Name: John</a:t>
            </a:r>
          </a:p>
          <a:p>
            <a:pPr marL="1314719" lvl="1" indent="-657359" algn="l">
              <a:lnSpc>
                <a:spcPts val="8525"/>
              </a:lnSpc>
              <a:buFont typeface="Arial"/>
              <a:buChar char="•"/>
            </a:pPr>
            <a:r>
              <a:rPr lang="en-US" sz="608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Enter Issue: Login problem</a:t>
            </a:r>
          </a:p>
          <a:p>
            <a:pPr marL="1314719" lvl="1" indent="-657359" algn="l">
              <a:lnSpc>
                <a:spcPts val="8525"/>
              </a:lnSpc>
              <a:buFont typeface="Arial"/>
              <a:buChar char="•"/>
            </a:pPr>
            <a:r>
              <a:rPr lang="en-US" sz="608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Ticket Created Successfully!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634" r="-16972"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3961991" y="816673"/>
            <a:ext cx="1285146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469550" y="9277350"/>
            <a:ext cx="1220875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2261703" y="1702898"/>
            <a:ext cx="5186554" cy="5186554"/>
          </a:xfrm>
          <a:custGeom>
            <a:avLst/>
            <a:gdLst/>
            <a:ahLst/>
            <a:cxnLst/>
            <a:rect l="l" t="t" r="r" b="b"/>
            <a:pathLst>
              <a:path w="5186554" h="5186554">
                <a:moveTo>
                  <a:pt x="0" y="0"/>
                </a:moveTo>
                <a:lnTo>
                  <a:pt x="5186554" y="0"/>
                </a:lnTo>
                <a:lnTo>
                  <a:pt x="5186554" y="5186554"/>
                </a:lnTo>
                <a:lnTo>
                  <a:pt x="0" y="5186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69550" y="1731473"/>
            <a:ext cx="10031418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8000" b="1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Viewing Tickets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9550" y="2933528"/>
            <a:ext cx="11499375" cy="526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8"/>
              </a:lnSpc>
            </a:pPr>
            <a:r>
              <a:rPr lang="en-US" sz="5956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    --- All Tickets ---</a:t>
            </a:r>
          </a:p>
          <a:p>
            <a:pPr algn="l">
              <a:lnSpc>
                <a:spcPts val="6968"/>
              </a:lnSpc>
            </a:pPr>
            <a:endParaRPr lang="en-US" sz="5956">
              <a:solidFill>
                <a:srgbClr val="FFFFFF"/>
              </a:solidFill>
              <a:latin typeface="Body Text Large"/>
              <a:ea typeface="Body Text Large"/>
              <a:cs typeface="Body Text Large"/>
              <a:sym typeface="Body Text Large"/>
            </a:endParaRPr>
          </a:p>
          <a:p>
            <a:pPr marL="1285914" lvl="1" indent="-642957" algn="l">
              <a:lnSpc>
                <a:spcPts val="6968"/>
              </a:lnSpc>
              <a:buFont typeface="Arial"/>
              <a:buChar char="•"/>
            </a:pPr>
            <a:r>
              <a:rPr lang="en-US" sz="5956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ID: 101</a:t>
            </a:r>
          </a:p>
          <a:p>
            <a:pPr marL="1285914" lvl="1" indent="-642957" algn="l">
              <a:lnSpc>
                <a:spcPts val="6968"/>
              </a:lnSpc>
              <a:buFont typeface="Arial"/>
              <a:buChar char="•"/>
            </a:pPr>
            <a:r>
              <a:rPr lang="en-US" sz="5956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Name: John</a:t>
            </a:r>
          </a:p>
          <a:p>
            <a:pPr marL="1285914" lvl="1" indent="-642957" algn="l">
              <a:lnSpc>
                <a:spcPts val="6968"/>
              </a:lnSpc>
              <a:buFont typeface="Arial"/>
              <a:buChar char="•"/>
            </a:pPr>
            <a:r>
              <a:rPr lang="en-US" sz="5956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Issue: Login problem</a:t>
            </a:r>
          </a:p>
          <a:p>
            <a:pPr marL="1285914" lvl="1" indent="-642957" algn="l">
              <a:lnSpc>
                <a:spcPts val="6968"/>
              </a:lnSpc>
              <a:buFont typeface="Arial"/>
              <a:buChar char="•"/>
            </a:pPr>
            <a:r>
              <a:rPr lang="en-US" sz="5956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Status: Open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5800" y="2667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634" r="-1697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AutoShape 3"/>
          <p:cNvSpPr/>
          <p:nvPr/>
        </p:nvSpPr>
        <p:spPr>
          <a:xfrm flipV="1">
            <a:off x="4407838" y="1009650"/>
            <a:ext cx="1285146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469919" y="9239250"/>
            <a:ext cx="1220875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411292" y="1533001"/>
            <a:ext cx="8802688" cy="121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  <a:spcBef>
                <a:spcPct val="0"/>
              </a:spcBef>
            </a:pPr>
            <a:r>
              <a:rPr lang="en-US" sz="8000" b="1" u="sng" dirty="0" err="1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SearchTicket</a:t>
            </a:r>
            <a:endParaRPr lang="en-US" sz="8000" b="1" u="sng" dirty="0">
              <a:solidFill>
                <a:srgbClr val="FFFFFF"/>
              </a:solidFill>
              <a:latin typeface="Body Text Large Bold"/>
              <a:ea typeface="Body Text Large Bold"/>
              <a:cs typeface="Body Text Large Bold"/>
              <a:sym typeface="Body Text Large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89853" y="3210782"/>
            <a:ext cx="14600639" cy="526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85914" lvl="1" indent="-642957" algn="l">
              <a:lnSpc>
                <a:spcPts val="6968"/>
              </a:lnSpc>
              <a:buFont typeface="Arial"/>
              <a:buChar char="•"/>
            </a:pPr>
            <a:r>
              <a:rPr lang="en-US" sz="5956" dirty="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Enter choice: 3</a:t>
            </a:r>
          </a:p>
          <a:p>
            <a:pPr marL="1285914" lvl="1" indent="-642957" algn="l">
              <a:lnSpc>
                <a:spcPts val="6968"/>
              </a:lnSpc>
              <a:buFont typeface="Arial"/>
              <a:buChar char="•"/>
            </a:pPr>
            <a:r>
              <a:rPr lang="en-US" sz="5956" dirty="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Enter Ticket ID to search: 101</a:t>
            </a:r>
          </a:p>
          <a:p>
            <a:pPr marL="1285914" lvl="1" indent="-642957" algn="l">
              <a:lnSpc>
                <a:spcPts val="6968"/>
              </a:lnSpc>
              <a:buFont typeface="Arial"/>
              <a:buChar char="•"/>
            </a:pPr>
            <a:r>
              <a:rPr lang="en-US" sz="5956" dirty="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Ticket Found!</a:t>
            </a:r>
          </a:p>
          <a:p>
            <a:pPr marL="1285914" lvl="1" indent="-642957" algn="l">
              <a:lnSpc>
                <a:spcPts val="6968"/>
              </a:lnSpc>
              <a:buFont typeface="Arial"/>
              <a:buChar char="•"/>
            </a:pPr>
            <a:r>
              <a:rPr lang="en-US" sz="5956" dirty="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Name: John</a:t>
            </a:r>
          </a:p>
          <a:p>
            <a:pPr marL="1285914" lvl="1" indent="-642957" algn="l">
              <a:lnSpc>
                <a:spcPts val="6968"/>
              </a:lnSpc>
              <a:buFont typeface="Arial"/>
              <a:buChar char="•"/>
            </a:pPr>
            <a:r>
              <a:rPr lang="en-US" sz="5956" dirty="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Issue: Login problem</a:t>
            </a:r>
          </a:p>
          <a:p>
            <a:pPr marL="1285914" lvl="1" indent="-642957" algn="l">
              <a:lnSpc>
                <a:spcPts val="6968"/>
              </a:lnSpc>
              <a:buFont typeface="Arial"/>
              <a:buChar char="•"/>
            </a:pPr>
            <a:r>
              <a:rPr lang="en-US" sz="5956" dirty="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Status: Open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634" r="-16972"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4164425" y="561132"/>
            <a:ext cx="1285146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638347" y="9239250"/>
            <a:ext cx="1220875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4554200" y="4834681"/>
            <a:ext cx="3602127" cy="3602127"/>
          </a:xfrm>
          <a:custGeom>
            <a:avLst/>
            <a:gdLst/>
            <a:ahLst/>
            <a:cxnLst/>
            <a:rect l="l" t="t" r="r" b="b"/>
            <a:pathLst>
              <a:path w="3602127" h="3602127">
                <a:moveTo>
                  <a:pt x="0" y="0"/>
                </a:moveTo>
                <a:lnTo>
                  <a:pt x="3602128" y="0"/>
                </a:lnTo>
                <a:lnTo>
                  <a:pt x="3602128" y="3602127"/>
                </a:lnTo>
                <a:lnTo>
                  <a:pt x="0" y="36021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362201" y="800105"/>
            <a:ext cx="9627962" cy="1211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  <a:spcBef>
                <a:spcPct val="0"/>
              </a:spcBef>
            </a:pPr>
            <a:r>
              <a:rPr lang="en-US" sz="8000" b="1" u="sng" dirty="0" err="1">
                <a:solidFill>
                  <a:srgbClr val="FFFFFF"/>
                </a:solidFill>
                <a:latin typeface="Bodoni MT Black" panose="02070A03080606020203" pitchFamily="18" charset="0"/>
                <a:ea typeface="Body Text Large Bold"/>
                <a:cs typeface="Body Text Large Bold"/>
                <a:sym typeface="Body Text Large Bold"/>
              </a:rPr>
              <a:t>UpdateStatus</a:t>
            </a:r>
            <a:endParaRPr lang="en-US" sz="8000" b="1" u="sng" dirty="0">
              <a:solidFill>
                <a:srgbClr val="FFFFFF"/>
              </a:solidFill>
              <a:latin typeface="Bodoni MT Black" panose="02070A03080606020203" pitchFamily="18" charset="0"/>
              <a:ea typeface="Body Text Large Bold"/>
              <a:cs typeface="Body Text Large Bold"/>
              <a:sym typeface="Body Text Larg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01476" y="2171707"/>
            <a:ext cx="13114524" cy="6288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85914" lvl="1" indent="-642957" algn="l">
              <a:lnSpc>
                <a:spcPts val="6968"/>
              </a:lnSpc>
              <a:buFont typeface="Arial"/>
              <a:buChar char="•"/>
            </a:pPr>
            <a:r>
              <a:rPr lang="en-US" sz="5956" dirty="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Enter choice: 4</a:t>
            </a:r>
          </a:p>
          <a:p>
            <a:pPr marL="1285914" lvl="1" indent="-642957" algn="l">
              <a:lnSpc>
                <a:spcPts val="6968"/>
              </a:lnSpc>
              <a:buFont typeface="Arial"/>
              <a:buChar char="•"/>
            </a:pPr>
            <a:r>
              <a:rPr lang="en-US" sz="5956" dirty="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Enter Ticket ID to update: 101</a:t>
            </a:r>
          </a:p>
          <a:p>
            <a:pPr marL="1285914" lvl="1" indent="-642957" algn="l">
              <a:lnSpc>
                <a:spcPts val="6968"/>
              </a:lnSpc>
              <a:buFont typeface="Arial"/>
              <a:buChar char="•"/>
            </a:pPr>
            <a:r>
              <a:rPr lang="en-US" sz="5956" dirty="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Enter new status (Open/Closed/In Progress): Closed</a:t>
            </a:r>
          </a:p>
          <a:p>
            <a:pPr marL="1285914" lvl="1" indent="-642957" algn="l">
              <a:lnSpc>
                <a:spcPts val="6968"/>
              </a:lnSpc>
              <a:buFont typeface="Arial"/>
              <a:buChar char="•"/>
            </a:pPr>
            <a:r>
              <a:rPr lang="en-US" sz="5956" dirty="0">
                <a:solidFill>
                  <a:srgbClr val="FFFFFF"/>
                </a:solidFill>
                <a:latin typeface="Body Text Large"/>
                <a:ea typeface="Body Text Large"/>
                <a:cs typeface="Body Text Large"/>
                <a:sym typeface="Body Text Large"/>
              </a:rPr>
              <a:t>Status Updated!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80791" y="-3429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634" r="-1697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13150164" y="8402094"/>
            <a:ext cx="3787782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www.reallygreatsite.com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5034254" y="547192"/>
            <a:ext cx="12851462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28700" y="9244012"/>
            <a:ext cx="12208754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3150164" y="2133104"/>
            <a:ext cx="4735552" cy="4735552"/>
          </a:xfrm>
          <a:custGeom>
            <a:avLst/>
            <a:gdLst/>
            <a:ahLst/>
            <a:cxnLst/>
            <a:rect l="l" t="t" r="r" b="b"/>
            <a:pathLst>
              <a:path w="4735552" h="4735552">
                <a:moveTo>
                  <a:pt x="0" y="0"/>
                </a:moveTo>
                <a:lnTo>
                  <a:pt x="4735552" y="0"/>
                </a:lnTo>
                <a:lnTo>
                  <a:pt x="4735552" y="4735552"/>
                </a:lnTo>
                <a:lnTo>
                  <a:pt x="0" y="4735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09600" y="876300"/>
            <a:ext cx="10972800" cy="1211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8000" b="1" u="sng" dirty="0">
                <a:solidFill>
                  <a:srgbClr val="FFFFFF"/>
                </a:solidFill>
                <a:latin typeface="Body Text Large Bold"/>
                <a:ea typeface="Body Text Large Bold"/>
                <a:cs typeface="Body Text Large Bold"/>
                <a:sym typeface="Body Text Large Bold"/>
              </a:rPr>
              <a:t>Exit Program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05299" y="4991100"/>
            <a:ext cx="7457910" cy="138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40"/>
              </a:lnSpc>
            </a:pPr>
            <a:r>
              <a:rPr lang="en-US" sz="8100" dirty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Enter choice:5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634" r="-16972"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4086485" y="1706899"/>
            <a:ext cx="12851462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350054" y="8618312"/>
            <a:ext cx="12208754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3558808" y="285694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55442" y="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 rot="-1008621">
            <a:off x="4980373" y="2025225"/>
            <a:ext cx="7587450" cy="7306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21"/>
              </a:lnSpc>
              <a:spcBef>
                <a:spcPct val="0"/>
              </a:spcBef>
            </a:pPr>
            <a:r>
              <a:rPr lang="en-US" sz="24463">
                <a:solidFill>
                  <a:srgbClr val="FFFFFF"/>
                </a:solidFill>
                <a:latin typeface="Alex Brush"/>
                <a:ea typeface="Alex Brush"/>
                <a:cs typeface="Alex Brush"/>
                <a:sym typeface="Alex Brush"/>
              </a:rPr>
              <a:t>Thank    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401</Words>
  <Application>Microsoft Office PowerPoint</Application>
  <PresentationFormat>Custom</PresentationFormat>
  <Paragraphs>80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Body Text Large Bold Italics</vt:lpstr>
      <vt:lpstr>Arial</vt:lpstr>
      <vt:lpstr>Bodoni MT Black</vt:lpstr>
      <vt:lpstr>Body Text Large</vt:lpstr>
      <vt:lpstr>Body Text Large Bold</vt:lpstr>
      <vt:lpstr>Alex Brush</vt:lpstr>
      <vt:lpstr>Montserrat Light</vt:lpstr>
      <vt:lpstr>Calibri</vt:lpstr>
      <vt:lpstr>Montserrat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Presented By</dc:title>
  <cp:lastModifiedBy>Nishanth Reddy</cp:lastModifiedBy>
  <cp:revision>1</cp:revision>
  <dcterms:created xsi:type="dcterms:W3CDTF">2006-08-16T00:00:00Z</dcterms:created>
  <dcterms:modified xsi:type="dcterms:W3CDTF">2026-04-20T09:14:49Z</dcterms:modified>
  <dc:identifier>DAHG0-k1PDU</dc:identifier>
</cp:coreProperties>
</file>