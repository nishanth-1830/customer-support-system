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ody Text Large Bold" charset="1" panose="02000503040000020004"/>
      <p:regular r:id="rId21"/>
    </p:embeddedFont>
    <p:embeddedFont>
      <p:font typeface="Montserrat Bold" charset="1" panose="00000800000000000000"/>
      <p:regular r:id="rId22"/>
    </p:embeddedFont>
    <p:embeddedFont>
      <p:font typeface="Body Text Large Bold Italics" charset="1" panose="02000506040000090004"/>
      <p:regular r:id="rId23"/>
    </p:embeddedFont>
    <p:embeddedFont>
      <p:font typeface="Montserrat" charset="1" panose="00000500000000000000"/>
      <p:regular r:id="rId24"/>
    </p:embeddedFont>
    <p:embeddedFont>
      <p:font typeface="Body Text Large" charset="1" panose="02000503040000020004"/>
      <p:regular r:id="rId25"/>
    </p:embeddedFont>
    <p:embeddedFont>
      <p:font typeface="Montserrat Light" charset="1" panose="00000400000000000000"/>
      <p:regular r:id="rId26"/>
    </p:embeddedFont>
    <p:embeddedFont>
      <p:font typeface="Alex Brush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943053" y="949662"/>
            <a:ext cx="128514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350054" y="8618312"/>
            <a:ext cx="1220875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737115" y="18770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3916" y="1821199"/>
            <a:ext cx="10048722" cy="265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16"/>
              </a:lnSpc>
            </a:pPr>
            <a:r>
              <a:rPr lang="en-US" sz="9641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Project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54008" y="4386124"/>
            <a:ext cx="4904800" cy="342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7"/>
              </a:lnSpc>
            </a:pPr>
            <a:r>
              <a:rPr lang="en-US" b="true" sz="48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</a:t>
            </a:r>
          </a:p>
          <a:p>
            <a:pPr algn="l">
              <a:lnSpc>
                <a:spcPts val="7007"/>
              </a:lnSpc>
            </a:pPr>
            <a:r>
              <a:rPr lang="en-US" b="true" sz="50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R.RAJESH</a:t>
            </a:r>
          </a:p>
          <a:p>
            <a:pPr algn="l">
              <a:lnSpc>
                <a:spcPts val="7007"/>
              </a:lnSpc>
            </a:pPr>
            <a:r>
              <a:rPr lang="en-US" b="true" sz="50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K.NISHANTH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3540677" y="648093"/>
            <a:ext cx="128514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350054" y="9554389"/>
            <a:ext cx="1220875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123949" y="3069837"/>
            <a:ext cx="4735552" cy="4735552"/>
          </a:xfrm>
          <a:custGeom>
            <a:avLst/>
            <a:gdLst/>
            <a:ahLst/>
            <a:cxnLst/>
            <a:rect r="r" b="b" t="t" l="l"/>
            <a:pathLst>
              <a:path h="4735552" w="4735552">
                <a:moveTo>
                  <a:pt x="0" y="0"/>
                </a:moveTo>
                <a:lnTo>
                  <a:pt x="4735552" y="0"/>
                </a:lnTo>
                <a:lnTo>
                  <a:pt x="4735552" y="4735552"/>
                </a:lnTo>
                <a:lnTo>
                  <a:pt x="0" y="4735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109576"/>
            <a:ext cx="11222557" cy="536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39"/>
              </a:lnSpc>
            </a:pPr>
            <a:r>
              <a:rPr lang="en-US" b="true" sz="12000" i="true" u="sng">
                <a:solidFill>
                  <a:srgbClr val="FFFFFF"/>
                </a:solidFill>
                <a:latin typeface="Body Text Large Bold Italics"/>
                <a:ea typeface="Body Text Large Bold Italics"/>
                <a:cs typeface="Body Text Large Bold Italics"/>
                <a:sym typeface="Body Text Large Bold Italics"/>
              </a:rPr>
              <a:t>customer support system</a:t>
            </a:r>
            <a:r>
              <a:rPr lang="en-US" sz="120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745710" y="594458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67002" y="9586547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40616" y="1057275"/>
            <a:ext cx="10842650" cy="142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32"/>
              </a:lnSpc>
            </a:pPr>
            <a:r>
              <a:rPr lang="en-US" sz="96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introduction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0616" y="2817876"/>
            <a:ext cx="17256556" cy="505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Cust</a:t>
            </a:r>
            <a:r>
              <a:rPr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omer Support Ticket Management System is a simple console-based application developed using the C programming language. It is designed to help organizations manage customer issues efficiently by creating, tracking, searching, and updating support tickets.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3407454" y="433976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05628" y="9848850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144500" y="374172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5628" y="670115"/>
            <a:ext cx="9660216" cy="130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95"/>
              </a:lnSpc>
            </a:pPr>
            <a:r>
              <a:rPr lang="en-US" sz="8799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objective      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5685" y="1296591"/>
            <a:ext cx="12318697" cy="796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5"/>
              </a:lnSpc>
            </a:pPr>
          </a:p>
          <a:p>
            <a:pPr algn="l" marL="981672" indent="-490836" lvl="1">
              <a:lnSpc>
                <a:spcPts val="6365"/>
              </a:lnSpc>
              <a:buFont typeface="Arial"/>
              <a:buChar char="•"/>
            </a:pPr>
            <a:r>
              <a:rPr lang="en-US" b="true" sz="45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main objective of this pr</a:t>
            </a:r>
            <a:r>
              <a:rPr lang="en-US" b="true" sz="45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oject is to:</a:t>
            </a:r>
          </a:p>
          <a:p>
            <a:pPr algn="l" marL="981672" indent="-490836" lvl="1">
              <a:lnSpc>
                <a:spcPts val="6365"/>
              </a:lnSpc>
              <a:buFont typeface="Arial"/>
              <a:buChar char="•"/>
            </a:pPr>
            <a:r>
              <a:rPr lang="en-US" b="true" sz="45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Maintain customer complaints in an organized manner</a:t>
            </a:r>
          </a:p>
          <a:p>
            <a:pPr algn="l" marL="981672" indent="-490836" lvl="1">
              <a:lnSpc>
                <a:spcPts val="6365"/>
              </a:lnSpc>
              <a:buFont typeface="Arial"/>
              <a:buChar char="•"/>
            </a:pPr>
            <a:r>
              <a:rPr lang="en-US" b="true" sz="45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 quick access to ticket details</a:t>
            </a:r>
          </a:p>
          <a:p>
            <a:pPr algn="l" marL="981672" indent="-490836" lvl="1">
              <a:lnSpc>
                <a:spcPts val="6365"/>
              </a:lnSpc>
              <a:buFont typeface="Arial"/>
              <a:buChar char="•"/>
            </a:pPr>
            <a:r>
              <a:rPr lang="en-US" b="true" sz="45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 the status of issues (Open, In Progress, Closed)</a:t>
            </a:r>
          </a:p>
          <a:p>
            <a:pPr algn="l" marL="981672" indent="-490836" lvl="1">
              <a:lnSpc>
                <a:spcPts val="6365"/>
              </a:lnSpc>
              <a:buFont typeface="Arial"/>
              <a:buChar char="•"/>
            </a:pPr>
            <a:r>
              <a:rPr lang="en-US" b="true" sz="45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 efficiency in handling customer support requests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5030912" y="1009650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6688" y="9665393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2048857"/>
            <a:ext cx="16367737" cy="695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</a:p>
          <a:p>
            <a:pPr algn="just">
              <a:lnSpc>
                <a:spcPts val="4899"/>
              </a:lnSpc>
            </a:pPr>
            <a:r>
              <a:rPr lang="en-US" b="true" sz="34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  <a:r>
              <a:rPr lang="en-US" b="true" sz="34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 Ticket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Allows the user to enter ticket ID, customer name, and issue description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Automatically sets the ticket status to Open</a:t>
            </a:r>
          </a:p>
          <a:p>
            <a:pPr algn="just">
              <a:lnSpc>
                <a:spcPts val="4759"/>
              </a:lnSpc>
            </a:pPr>
            <a:r>
              <a:rPr lang="en-US" b="true" sz="33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  <a:r>
              <a:rPr lang="en-US" b="true" sz="33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Tickets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Displays all stored tickets with complete details</a:t>
            </a:r>
          </a:p>
          <a:p>
            <a:pPr algn="just">
              <a:lnSpc>
                <a:spcPts val="4759"/>
              </a:lnSpc>
            </a:pPr>
            <a:r>
              <a:rPr lang="en-US" b="true" sz="33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</a:t>
            </a:r>
            <a:r>
              <a:rPr lang="en-US" b="true" sz="33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Search Ticket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*</a:t>
            </a:r>
            <a:r>
              <a:rPr lang="en-US" sz="3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Searches for a specific ticket using Ticket ID</a:t>
            </a:r>
          </a:p>
          <a:p>
            <a:pPr algn="just">
              <a:lnSpc>
                <a:spcPts val="4480"/>
              </a:lnSpc>
            </a:pPr>
            <a:r>
              <a:rPr lang="en-US" b="true" sz="320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</a:t>
            </a:r>
            <a:r>
              <a:rPr lang="en-US" b="true" sz="320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 Status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Updates ticket status (Open / In Progress / Closed)</a:t>
            </a:r>
          </a:p>
          <a:p>
            <a:pPr algn="just">
              <a:lnSpc>
                <a:spcPts val="4759"/>
              </a:lnSpc>
            </a:pPr>
            <a:r>
              <a:rPr lang="en-US" b="true" sz="33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  <a:r>
              <a:rPr lang="en-US" b="true" sz="339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Exit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b="true" sz="3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Terminates the program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179969"/>
            <a:ext cx="16367737" cy="85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7"/>
              </a:lnSpc>
              <a:spcBef>
                <a:spcPct val="0"/>
              </a:spcBef>
            </a:pPr>
            <a:r>
              <a:rPr lang="en-US" b="true" sz="5005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 OF THE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5174628" y="972471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69550" y="9644862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450778" y="2201196"/>
            <a:ext cx="5186554" cy="5186554"/>
          </a:xfrm>
          <a:custGeom>
            <a:avLst/>
            <a:gdLst/>
            <a:ahLst/>
            <a:cxnLst/>
            <a:rect r="r" b="b" t="t" l="l"/>
            <a:pathLst>
              <a:path h="5186554" w="5186554">
                <a:moveTo>
                  <a:pt x="0" y="0"/>
                </a:moveTo>
                <a:lnTo>
                  <a:pt x="5186554" y="0"/>
                </a:lnTo>
                <a:lnTo>
                  <a:pt x="5186554" y="5186553"/>
                </a:lnTo>
                <a:lnTo>
                  <a:pt x="0" y="5186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9550" y="1057275"/>
            <a:ext cx="10243279" cy="236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Data Structure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9550" y="3430905"/>
            <a:ext cx="15879042" cy="495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4914"/>
              </a:lnSpc>
              <a:buFont typeface="Arial"/>
              <a:buChar char="•"/>
            </a:pPr>
            <a:r>
              <a:rPr lang="en-US" b="true" sz="4200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 structure (struct Ticket) is used to store ticket details: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Ticket ID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Customer Name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Issue Description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Status</a:t>
            </a:r>
          </a:p>
          <a:p>
            <a:pPr algn="l" marL="906780" indent="-453390" lvl="1">
              <a:lnSpc>
                <a:spcPts val="4914"/>
              </a:lnSpc>
              <a:buFont typeface="Arial"/>
              <a:buChar char="•"/>
            </a:pPr>
            <a:r>
              <a:rPr lang="en-US" b="true" sz="4200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An array of structures is used to store multiple tickets.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755425" y="840707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72469" y="9277350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481223" y="2164682"/>
            <a:ext cx="5125664" cy="5125664"/>
          </a:xfrm>
          <a:custGeom>
            <a:avLst/>
            <a:gdLst/>
            <a:ahLst/>
            <a:cxnLst/>
            <a:rect r="r" b="b" t="t" l="l"/>
            <a:pathLst>
              <a:path h="5125664" w="5125664">
                <a:moveTo>
                  <a:pt x="0" y="0"/>
                </a:moveTo>
                <a:lnTo>
                  <a:pt x="5125664" y="0"/>
                </a:lnTo>
                <a:lnTo>
                  <a:pt x="5125664" y="5125665"/>
                </a:lnTo>
                <a:lnTo>
                  <a:pt x="0" y="512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6226" y="1047750"/>
            <a:ext cx="8315424" cy="129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9"/>
              </a:lnSpc>
              <a:spcBef>
                <a:spcPct val="0"/>
              </a:spcBef>
            </a:pPr>
            <a:r>
              <a:rPr lang="en-US" b="true" sz="8700" u="sng">
                <a:solidFill>
                  <a:srgbClr val="F9F6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Adv</a:t>
            </a:r>
            <a:r>
              <a:rPr lang="en-US" b="true" sz="8700" u="sng">
                <a:solidFill>
                  <a:srgbClr val="F9F6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antages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9371" y="3698371"/>
            <a:ext cx="11941852" cy="422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33028" indent="-616514" lvl="1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Simple and easy t</a:t>
            </a: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o use</a:t>
            </a:r>
          </a:p>
          <a:p>
            <a:pPr algn="l" marL="1233028" indent="-616514" lvl="1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Efficient ticket tracking</a:t>
            </a:r>
          </a:p>
          <a:p>
            <a:pPr algn="l" marL="1233028" indent="-616514" lvl="1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Organized data storage</a:t>
            </a:r>
          </a:p>
          <a:p>
            <a:pPr algn="l" marL="1233028" indent="-616514" lvl="1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Helps in better customer service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50164" y="8402094"/>
            <a:ext cx="3787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www.reallygreatsite.com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4086485" y="1009650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528813" y="9277350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657173" y="3013941"/>
            <a:ext cx="3602127" cy="3602127"/>
          </a:xfrm>
          <a:custGeom>
            <a:avLst/>
            <a:gdLst/>
            <a:ahLst/>
            <a:cxnLst/>
            <a:rect r="r" b="b" t="t" l="l"/>
            <a:pathLst>
              <a:path h="3602127" w="3602127">
                <a:moveTo>
                  <a:pt x="0" y="0"/>
                </a:moveTo>
                <a:lnTo>
                  <a:pt x="3602127" y="0"/>
                </a:lnTo>
                <a:lnTo>
                  <a:pt x="3602127" y="3602127"/>
                </a:lnTo>
                <a:lnTo>
                  <a:pt x="0" y="360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8813" y="1704063"/>
            <a:ext cx="7969548" cy="130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5"/>
              </a:lnSpc>
              <a:spcBef>
                <a:spcPct val="0"/>
              </a:spcBef>
            </a:pPr>
            <a:r>
              <a:rPr lang="en-US" b="true" sz="8799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Limi</a:t>
            </a:r>
            <a:r>
              <a:rPr lang="en-US" b="true" sz="8799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216" y="3671166"/>
            <a:ext cx="12621351" cy="415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552"/>
              </a:lnSpc>
              <a:buFont typeface="Arial"/>
              <a:buChar char="•"/>
            </a:pPr>
            <a:r>
              <a:rPr lang="en-US" sz="56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Stores data temporarily (n</a:t>
            </a:r>
            <a:r>
              <a:rPr lang="en-US" sz="56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o file/database storage)</a:t>
            </a:r>
          </a:p>
          <a:p>
            <a:pPr algn="l" marL="1209041" indent="-604520" lvl="1">
              <a:lnSpc>
                <a:spcPts val="6552"/>
              </a:lnSpc>
              <a:buFont typeface="Arial"/>
              <a:buChar char="•"/>
            </a:pPr>
            <a:r>
              <a:rPr lang="en-US" sz="56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Limited number of tickets (MAX = 100)</a:t>
            </a:r>
          </a:p>
          <a:p>
            <a:pPr algn="l" marL="1209041" indent="-604520" lvl="1">
              <a:lnSpc>
                <a:spcPts val="6552"/>
              </a:lnSpc>
              <a:buFont typeface="Arial"/>
              <a:buChar char="•"/>
            </a:pPr>
            <a:r>
              <a:rPr lang="en-US" sz="56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No user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086485" y="651529"/>
            <a:ext cx="128514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62804" y="9272588"/>
            <a:ext cx="1220875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150164" y="1675904"/>
            <a:ext cx="4735552" cy="4735552"/>
          </a:xfrm>
          <a:custGeom>
            <a:avLst/>
            <a:gdLst/>
            <a:ahLst/>
            <a:cxnLst/>
            <a:rect r="r" b="b" t="t" l="l"/>
            <a:pathLst>
              <a:path h="4735552" w="4735552">
                <a:moveTo>
                  <a:pt x="0" y="0"/>
                </a:moveTo>
                <a:lnTo>
                  <a:pt x="4735552" y="0"/>
                </a:lnTo>
                <a:lnTo>
                  <a:pt x="4735552" y="4735552"/>
                </a:lnTo>
                <a:lnTo>
                  <a:pt x="0" y="4735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9498693" cy="236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P</a:t>
            </a:r>
            <a:r>
              <a:rPr lang="en-US" sz="80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rogram starts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45180"/>
            <a:ext cx="10663041" cy="543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--- Customer Support System ---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1. Create Ticket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2. View Tickets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3. Search Ticket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4. Update Status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5. Exit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choice: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407838" y="1009650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41410" y="9277350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606009" y="34471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649346" y="1441201"/>
            <a:ext cx="13830376" cy="120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77"/>
              </a:lnSpc>
            </a:pPr>
            <a:r>
              <a:rPr lang="en-US" sz="81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C</a:t>
            </a:r>
            <a:r>
              <a:rPr lang="en-US" b="true" sz="8100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reating a Ticket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6207" y="3555131"/>
            <a:ext cx="12442976" cy="42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14719" indent="-657359" lvl="1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Ticket ID: 101</a:t>
            </a:r>
          </a:p>
          <a:p>
            <a:pPr algn="l" marL="1314719" indent="-657359" lvl="1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Customer Name: John</a:t>
            </a:r>
          </a:p>
          <a:p>
            <a:pPr algn="l" marL="1314719" indent="-657359" lvl="1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Issue: Login problem</a:t>
            </a:r>
          </a:p>
          <a:p>
            <a:pPr algn="l" marL="1314719" indent="-657359" lvl="1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Ticket Created Successfully!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3961991" y="816673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69550" y="9277350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261703" y="1702898"/>
            <a:ext cx="5186554" cy="5186554"/>
          </a:xfrm>
          <a:custGeom>
            <a:avLst/>
            <a:gdLst/>
            <a:ahLst/>
            <a:cxnLst/>
            <a:rect r="r" b="b" t="t" l="l"/>
            <a:pathLst>
              <a:path h="5186554" w="5186554">
                <a:moveTo>
                  <a:pt x="0" y="0"/>
                </a:moveTo>
                <a:lnTo>
                  <a:pt x="5186554" y="0"/>
                </a:lnTo>
                <a:lnTo>
                  <a:pt x="5186554" y="5186554"/>
                </a:lnTo>
                <a:lnTo>
                  <a:pt x="0" y="5186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9550" y="1731473"/>
            <a:ext cx="10031418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Vi</a:t>
            </a:r>
            <a:r>
              <a:rPr lang="en-US" sz="8000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ewing Tickets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9550" y="2933528"/>
            <a:ext cx="11499375" cy="526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8"/>
              </a:lnSpc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--- All Tickets ---</a:t>
            </a:r>
          </a:p>
          <a:p>
            <a:pPr algn="l">
              <a:lnSpc>
                <a:spcPts val="6968"/>
              </a:lnSpc>
            </a:pP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ID: 101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Name: J</a:t>
            </a: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ohn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Issue: Login problem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Status: Open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407838" y="1009650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69919" y="9239250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411292" y="1533001"/>
            <a:ext cx="8802688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Se</a:t>
            </a:r>
            <a:r>
              <a:rPr lang="en-US" b="true" sz="8000" u="sng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arch Ticket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9853" y="3210782"/>
            <a:ext cx="14600639" cy="526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ch</a:t>
            </a: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oice: 3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Ticket ID to search: 101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Ticket Found!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Name: John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Issue: Login problem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Status: Open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164425" y="561132"/>
            <a:ext cx="128514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38347" y="9239250"/>
            <a:ext cx="1220875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842597" y="1846917"/>
            <a:ext cx="3602127" cy="3602127"/>
          </a:xfrm>
          <a:custGeom>
            <a:avLst/>
            <a:gdLst/>
            <a:ahLst/>
            <a:cxnLst/>
            <a:rect r="r" b="b" t="t" l="l"/>
            <a:pathLst>
              <a:path h="3602127" w="3602127">
                <a:moveTo>
                  <a:pt x="0" y="0"/>
                </a:moveTo>
                <a:lnTo>
                  <a:pt x="3602128" y="0"/>
                </a:lnTo>
                <a:lnTo>
                  <a:pt x="3602128" y="3602127"/>
                </a:lnTo>
                <a:lnTo>
                  <a:pt x="0" y="360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98041" y="1057275"/>
            <a:ext cx="9192121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U</a:t>
            </a:r>
            <a:r>
              <a:rPr lang="en-US" b="true" sz="8000" u="sng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pdate 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68888" y="2259330"/>
            <a:ext cx="12691918" cy="613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ch</a:t>
            </a: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oice: 4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Ticket ID to update: 101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new status (Open/Closed/In Progress): Closed</a:t>
            </a:r>
          </a:p>
          <a:p>
            <a:pPr algn="l" marL="1285914" indent="-642957" lvl="1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Status Updated!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50164" y="8402094"/>
            <a:ext cx="3787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www.reallygreatsite.com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5034254" y="547192"/>
            <a:ext cx="128514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244012"/>
            <a:ext cx="1220875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150164" y="2133104"/>
            <a:ext cx="4735552" cy="4735552"/>
          </a:xfrm>
          <a:custGeom>
            <a:avLst/>
            <a:gdLst/>
            <a:ahLst/>
            <a:cxnLst/>
            <a:rect r="r" b="b" t="t" l="l"/>
            <a:pathLst>
              <a:path h="4735552" w="4735552">
                <a:moveTo>
                  <a:pt x="0" y="0"/>
                </a:moveTo>
                <a:lnTo>
                  <a:pt x="4735552" y="0"/>
                </a:lnTo>
                <a:lnTo>
                  <a:pt x="4735552" y="4735552"/>
                </a:lnTo>
                <a:lnTo>
                  <a:pt x="0" y="4735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0054" y="2723217"/>
            <a:ext cx="9498693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u="sng" b="true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Ex</a:t>
            </a:r>
            <a:r>
              <a:rPr lang="en-US" b="true" sz="8000" u="sng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it Program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5299" y="4991100"/>
            <a:ext cx="7457910" cy="13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0"/>
              </a:lnSpc>
            </a:pPr>
            <a:r>
              <a:rPr lang="en-US" sz="81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</a:t>
            </a:r>
            <a:r>
              <a:rPr lang="en-US" sz="81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nter choice: 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34" r="-16972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086485" y="1706899"/>
            <a:ext cx="128514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350054" y="8618312"/>
            <a:ext cx="1220875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558808" y="285694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5442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008621">
            <a:off x="4980373" y="2025225"/>
            <a:ext cx="7587450" cy="730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21"/>
              </a:lnSpc>
              <a:spcBef>
                <a:spcPct val="0"/>
              </a:spcBef>
            </a:pPr>
            <a:r>
              <a:rPr lang="en-US" sz="24463">
                <a:solidFill>
                  <a:srgbClr val="FFFFFF"/>
                </a:solidFill>
                <a:latin typeface="Alex Brush"/>
                <a:ea typeface="Alex Brush"/>
                <a:cs typeface="Alex Brush"/>
                <a:sym typeface="Alex Brush"/>
              </a:rPr>
              <a:t>T</a:t>
            </a:r>
            <a:r>
              <a:rPr lang="en-US" sz="24463">
                <a:solidFill>
                  <a:srgbClr val="FFFFFF"/>
                </a:solidFill>
                <a:latin typeface="Alex Brush"/>
                <a:ea typeface="Alex Brush"/>
                <a:cs typeface="Alex Brush"/>
                <a:sym typeface="Alex Brush"/>
              </a:rPr>
              <a:t>hank  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DAHG0-k1PDU</dc:identifier>
  <dcterms:modified xsi:type="dcterms:W3CDTF">2011-08-01T06:04:30Z</dcterms:modified>
  <cp:revision>1</cp:revision>
  <dc:title>Presented By</dc:title>
</cp:coreProperties>
</file>