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Support System using Tree Data Structure in 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 Data Structures Project</a:t>
            </a:r>
          </a:p>
          <a:p>
            <a:r>
              <a:t>Team Members:</a:t>
            </a:r>
          </a:p>
          <a:p>
            <a:r>
              <a:t>K. Nishanth Reddy</a:t>
            </a:r>
          </a:p>
          <a:p>
            <a:r>
              <a:t>P. Rajesh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Build customer support system using C</a:t>
            </a:r>
          </a:p>
          <a:p>
            <a:r>
              <a:t>Implement Tree Data Structure</a:t>
            </a:r>
          </a:p>
          <a:p>
            <a:r>
              <a:t>Perform CRUD operations</a:t>
            </a:r>
          </a:p>
          <a:p>
            <a:r>
              <a:t>Simulate real-world ticket handling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Managing customer complaints is complex</a:t>
            </a:r>
          </a:p>
          <a:p>
            <a:r>
              <a:t>Large number of tickets</a:t>
            </a:r>
          </a:p>
          <a:p>
            <a:r>
              <a:t>Need structured organization</a:t>
            </a:r>
          </a:p>
          <a:p>
            <a:r>
              <a:t>Operations: Add, Update, Delete, Search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Real-world Application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Helpdesk systems</a:t>
            </a:r>
          </a:p>
          <a:p>
            <a:r>
              <a:t>Customer support platforms</a:t>
            </a:r>
          </a:p>
          <a:p>
            <a:r>
              <a:t>IT service management</a:t>
            </a:r>
          </a:p>
          <a:p>
            <a:r>
              <a:t>Complaint tracking systems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Structure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Tree (N-ary Tree)</a:t>
            </a:r>
          </a:p>
          <a:p>
            <a:r>
              <a:t>Each node represents a ticket</a:t>
            </a:r>
          </a:p>
          <a:p>
            <a:r>
              <a:t>Parent-child relationship</a:t>
            </a:r>
          </a:p>
          <a:p>
            <a:r>
              <a:t>Efficient searching using DFS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Tree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Root</a:t>
            </a:r>
          </a:p>
          <a:p>
            <a:r>
              <a:t>|-- Ticket1</a:t>
            </a:r>
          </a:p>
          <a:p>
            <a:r>
              <a:t>|   |-- Sub1</a:t>
            </a:r>
          </a:p>
          <a:p>
            <a:r>
              <a:t>|   |-- Sub2</a:t>
            </a:r>
          </a:p>
          <a:p>
            <a:r>
              <a:t>|-- Ticket2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Root = Main system</a:t>
            </a:r>
          </a:p>
          <a:p>
            <a:r>
              <a:t>Child nodes = Tickets</a:t>
            </a:r>
          </a:p>
          <a:p>
            <a:r>
              <a:t>Sub-nodes = Follow-ups</a:t>
            </a:r>
          </a:p>
          <a:p>
            <a:r>
              <a:t>Traversal: DFS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Add: Search parent, insert child</a:t>
            </a:r>
          </a:p>
          <a:p>
            <a:r>
              <a:t>Search: DFS traversal</a:t>
            </a:r>
          </a:p>
          <a:p>
            <a:r>
              <a:t>Update: Modify details</a:t>
            </a:r>
          </a:p>
          <a:p>
            <a:r>
              <a:t>Delete: Only leaf node</a:t>
            </a:r>
          </a:p>
          <a:p>
            <a:r>
              <a:t>Display: Print tree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Language: C</a:t>
            </a:r>
          </a:p>
          <a:p>
            <a:r>
              <a:t>Structures</a:t>
            </a:r>
          </a:p>
          <a:p>
            <a:r>
              <a:t>Pointers</a:t>
            </a:r>
          </a:p>
          <a:p>
            <a:r>
              <a:t>Dynamic Memory Allocation</a:t>
            </a:r>
          </a:p>
          <a:p>
            <a:r>
              <a:t>Recursion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Add ticket</a:t>
            </a:r>
          </a:p>
          <a:p>
            <a:r>
              <a:t>Search ticket</a:t>
            </a:r>
          </a:p>
          <a:p>
            <a:r>
              <a:t>Update ticket</a:t>
            </a:r>
          </a:p>
          <a:p>
            <a:r>
              <a:t>Display tickets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 &amp;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Advantages:</a:t>
            </a:r>
          </a:p>
          <a:p>
            <a:r>
              <a:t>Organized data, easy tracking</a:t>
            </a:r>
          </a:p>
          <a:p>
            <a:r>
              <a:t>Limitations:</a:t>
            </a:r>
          </a:p>
          <a:p>
            <a:r>
              <a:t>No storage, fixed children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Tree structure manages tickets efficiently</a:t>
            </a:r>
          </a:p>
          <a:p>
            <a:r>
              <a:t>Real-world application of data structures</a:t>
            </a:r>
          </a:p>
          <a:p>
            <a:r>
              <a:t>Improves programming skills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